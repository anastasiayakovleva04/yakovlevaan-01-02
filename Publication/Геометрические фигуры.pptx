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C7D0"/>
    <a:srgbClr val="2B2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8538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39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76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68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169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78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57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640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14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839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461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B71DEBF-E7E6-46EF-A9CC-079A6C920D02}" type="datetimeFigureOut">
              <a:rPr lang="ru-RU" smtClean="0"/>
              <a:t>06.12.2025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5D679757-3C6A-40CE-913D-86F0637574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632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EB2FBE-7C14-140D-E979-39D6F3BBA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Геометрический калькулятор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21B014-CFE1-2D0F-E5B2-BCD5B8A89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1804" y="4944455"/>
            <a:ext cx="9144000" cy="1655762"/>
          </a:xfrm>
        </p:spPr>
        <p:txBody>
          <a:bodyPr/>
          <a:lstStyle/>
          <a:p>
            <a:pPr algn="r"/>
            <a:r>
              <a:rPr lang="ru-RU" dirty="0"/>
              <a:t>Яковлева Анастасия ПР-31</a:t>
            </a:r>
          </a:p>
        </p:txBody>
      </p:sp>
    </p:spTree>
    <p:extLst>
      <p:ext uri="{BB962C8B-B14F-4D97-AF65-F5344CB8AC3E}">
        <p14:creationId xmlns:p14="http://schemas.microsoft.com/office/powerpoint/2010/main" val="402868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F716A-6D8C-5A4D-4981-B1B6EA16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pic>
        <p:nvPicPr>
          <p:cNvPr id="5" name="Объект 4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E2E55E7-15EC-84FE-7B0A-4C97E75E33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522" y="168146"/>
            <a:ext cx="2934768" cy="652170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6A21FE-F019-91AE-A20C-544DC2EABE57}"/>
              </a:ext>
            </a:extLst>
          </p:cNvPr>
          <p:cNvSpPr txBox="1"/>
          <p:nvPr/>
        </p:nvSpPr>
        <p:spPr>
          <a:xfrm>
            <a:off x="701710" y="1842787"/>
            <a:ext cx="6250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первом экране расположена кнопка «Начать», которая направляет на следующий экран</a:t>
            </a:r>
          </a:p>
        </p:txBody>
      </p:sp>
    </p:spTree>
    <p:extLst>
      <p:ext uri="{BB962C8B-B14F-4D97-AF65-F5344CB8AC3E}">
        <p14:creationId xmlns:p14="http://schemas.microsoft.com/office/powerpoint/2010/main" val="205118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9C402-1991-C2F9-B5B1-203F9E68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3C7E3-B6A8-65D4-9A1B-21FE5DA4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pic>
        <p:nvPicPr>
          <p:cNvPr id="8" name="Объект 7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D0A995-85BD-60EB-0691-A7C056C95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629" y="365125"/>
            <a:ext cx="2638446" cy="586321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5D3F60-C965-9C73-17A6-FD075D7B17D6}"/>
              </a:ext>
            </a:extLst>
          </p:cNvPr>
          <p:cNvSpPr txBox="1"/>
          <p:nvPr/>
        </p:nvSpPr>
        <p:spPr>
          <a:xfrm>
            <a:off x="657224" y="1859339"/>
            <a:ext cx="44916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втором экране выбор фигуры через виджет </a:t>
            </a:r>
            <a:r>
              <a:rPr lang="en-US" dirty="0"/>
              <a:t>Spinner</a:t>
            </a:r>
            <a:r>
              <a:rPr lang="ru-RU" dirty="0"/>
              <a:t>: круг или треугольник</a:t>
            </a:r>
          </a:p>
          <a:p>
            <a:endParaRPr lang="ru-RU" dirty="0"/>
          </a:p>
          <a:p>
            <a:r>
              <a:rPr lang="ru-RU" dirty="0"/>
              <a:t>В зависимости от выбранного элемента выводится необходимое количество полей для ввода: круг – 1, треугольник -2</a:t>
            </a:r>
          </a:p>
          <a:p>
            <a:endParaRPr lang="ru-RU" dirty="0"/>
          </a:p>
          <a:p>
            <a:r>
              <a:rPr lang="ru-RU" dirty="0"/>
              <a:t>При нажатии на кнопку «Выполнить расчет» в диалоговом окне всплывает результат или ошибка, если данные были введены некорректно</a:t>
            </a:r>
          </a:p>
        </p:txBody>
      </p:sp>
      <p:pic>
        <p:nvPicPr>
          <p:cNvPr id="10" name="Рисунок 9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A23754-341A-89B1-77C5-2AAB04762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381" y="365125"/>
            <a:ext cx="2638446" cy="586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38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EE793-47FA-8B2B-C41B-2566DC2C1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85E778-7A7C-5FE5-CCDD-F2879745D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983581"/>
            <a:ext cx="61152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chemeClr val="tx1"/>
                </a:solidFill>
              </a:rPr>
              <a:t>В приложении использовалась стандартная схема классов</a:t>
            </a:r>
          </a:p>
          <a:p>
            <a:pPr marL="0" indent="0">
              <a:buNone/>
            </a:pPr>
            <a:endParaRPr lang="ru-RU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800" dirty="0">
                <a:solidFill>
                  <a:schemeClr val="tx1"/>
                </a:solidFill>
              </a:rPr>
              <a:t>Классы экранов: </a:t>
            </a:r>
            <a:r>
              <a:rPr lang="en-US" sz="1800" dirty="0" err="1">
                <a:solidFill>
                  <a:schemeClr val="tx1"/>
                </a:solidFill>
              </a:rPr>
              <a:t>FirstActivity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ru-RU" sz="1800" dirty="0">
                <a:solidFill>
                  <a:schemeClr val="tx1"/>
                </a:solidFill>
              </a:rPr>
              <a:t>и </a:t>
            </a:r>
            <a:r>
              <a:rPr lang="en-US" sz="1800" dirty="0" err="1">
                <a:solidFill>
                  <a:schemeClr val="tx1"/>
                </a:solidFill>
              </a:rPr>
              <a:t>SecondActivity</a:t>
            </a:r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32A5E3-B4ED-D1E2-751C-EF65B9A98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622" y="523081"/>
            <a:ext cx="3721301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A2CE8-040D-A778-FFD6-23BF7E32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9128E-E8A7-BBAE-35C6-0572960F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</a:t>
            </a:r>
          </a:p>
        </p:txBody>
      </p:sp>
      <p:pic>
        <p:nvPicPr>
          <p:cNvPr id="7" name="Объект 7" descr="Изображение выглядит как Мультимедийное программное обеспечение,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11DC73F-07A9-CBF7-E636-A0E307EFAFC3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4" y="2417188"/>
            <a:ext cx="10568495" cy="2326856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5E57484-CB65-B7CF-D836-9D28D6EB84DB}"/>
              </a:ext>
            </a:extLst>
          </p:cNvPr>
          <p:cNvSpPr/>
          <p:nvPr/>
        </p:nvSpPr>
        <p:spPr>
          <a:xfrm>
            <a:off x="3175864" y="3939703"/>
            <a:ext cx="1904136" cy="175097"/>
          </a:xfrm>
          <a:prstGeom prst="rect">
            <a:avLst/>
          </a:prstGeom>
          <a:solidFill>
            <a:srgbClr val="2B2D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000" dirty="0">
              <a:solidFill>
                <a:srgbClr val="BAC7D0"/>
              </a:solidFill>
            </a:endParaRPr>
          </a:p>
        </p:txBody>
      </p:sp>
      <p:pic>
        <p:nvPicPr>
          <p:cNvPr id="11" name="Рисунок 10" descr="Изображение выглядит как Шрифт, снимок экрана, текст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F6612D-B7BC-6DDA-A605-47C3FB3DF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254" y="3895908"/>
            <a:ext cx="3325123" cy="29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289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A12A-8E58-2566-20A6-D66A3A43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E4073-37B9-A027-83AC-5A86A3A43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3179A7-A567-B5A3-E9D6-C73350FA7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919676"/>
            <a:ext cx="61152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chemeClr val="tx1"/>
                </a:solidFill>
              </a:rPr>
              <a:t>Разработка происходила на языке программирования </a:t>
            </a:r>
            <a:r>
              <a:rPr lang="en-US" sz="1800" dirty="0">
                <a:solidFill>
                  <a:schemeClr val="tx1"/>
                </a:solidFill>
              </a:rPr>
              <a:t>Kotlin </a:t>
            </a:r>
            <a:r>
              <a:rPr lang="ru-RU" sz="1800" dirty="0">
                <a:solidFill>
                  <a:schemeClr val="tx1"/>
                </a:solidFill>
              </a:rPr>
              <a:t>в среде разработки </a:t>
            </a:r>
            <a:r>
              <a:rPr lang="en-US" sz="1800" dirty="0">
                <a:solidFill>
                  <a:schemeClr val="tx1"/>
                </a:solidFill>
              </a:rPr>
              <a:t>Android Studio</a:t>
            </a:r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2423F17-F401-83DC-1FD9-B4BB5D11B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191" y="2208179"/>
            <a:ext cx="3774332" cy="377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497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20FE4-C6AD-434B-0CED-81626E59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2197A-E2DD-3DD8-4F3E-1D95E109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91EDFF-2AC9-04B8-499A-B8BCE7CC8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1903446"/>
            <a:ext cx="7333034" cy="1763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chemeClr val="tx1"/>
                </a:solidFill>
              </a:rPr>
              <a:t>AppCompat</a:t>
            </a:r>
            <a:r>
              <a:rPr lang="en-US" sz="1800" dirty="0">
                <a:solidFill>
                  <a:schemeClr val="tx1"/>
                </a:solidFill>
              </a:rPr>
              <a:t> – </a:t>
            </a:r>
            <a:r>
              <a:rPr lang="ru-RU" sz="1800" dirty="0">
                <a:solidFill>
                  <a:schemeClr val="tx1"/>
                </a:solidFill>
              </a:rPr>
              <a:t>совместимость приложения с версиями </a:t>
            </a:r>
            <a:r>
              <a:rPr lang="en-US" sz="1800" dirty="0">
                <a:solidFill>
                  <a:schemeClr val="tx1"/>
                </a:solidFill>
              </a:rPr>
              <a:t>Android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Material – </a:t>
            </a:r>
            <a:r>
              <a:rPr lang="ru-RU" sz="1800" dirty="0">
                <a:solidFill>
                  <a:schemeClr val="tx1"/>
                </a:solidFill>
              </a:rPr>
              <a:t>виджеты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Activity </a:t>
            </a:r>
            <a:r>
              <a:rPr lang="ru-RU" sz="1800" dirty="0">
                <a:solidFill>
                  <a:schemeClr val="tx1"/>
                </a:solidFill>
              </a:rPr>
              <a:t>– экраны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tx1"/>
                </a:solidFill>
              </a:rPr>
              <a:t>ConstraintLayout</a:t>
            </a:r>
            <a:r>
              <a:rPr lang="en-US" sz="1800" dirty="0">
                <a:solidFill>
                  <a:schemeClr val="tx1"/>
                </a:solidFill>
              </a:rPr>
              <a:t> – </a:t>
            </a:r>
            <a:r>
              <a:rPr lang="ru-RU" sz="1800" dirty="0">
                <a:solidFill>
                  <a:schemeClr val="tx1"/>
                </a:solidFill>
              </a:rPr>
              <a:t>разметка экранов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CA7127-255B-8A11-F583-1D2901BCB9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716"/>
          <a:stretch>
            <a:fillRect/>
          </a:stretch>
        </p:blipFill>
        <p:spPr>
          <a:xfrm>
            <a:off x="5286878" y="3863653"/>
            <a:ext cx="6757587" cy="241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84320"/>
      </p:ext>
    </p:extLst>
  </p:cSld>
  <p:clrMapOvr>
    <a:masterClrMapping/>
  </p:clrMapOvr>
</p:sld>
</file>

<file path=ppt/theme/theme1.xml><?xml version="1.0" encoding="utf-8"?>
<a:theme xmlns:a="http://schemas.openxmlformats.org/drawingml/2006/main" name="Метрополия">
  <a:themeElements>
    <a:clrScheme name="Метрополия">
      <a:dk1>
        <a:srgbClr val="000000"/>
      </a:dk1>
      <a:lt1>
        <a:srgbClr val="FFFFFF"/>
      </a:lt1>
      <a:dk2>
        <a:srgbClr val="303034"/>
      </a:dk2>
      <a:lt2>
        <a:srgbClr val="DFDFE4"/>
      </a:lt2>
      <a:accent1>
        <a:srgbClr val="00AEEF"/>
      </a:accent1>
      <a:accent2>
        <a:srgbClr val="8CC600"/>
      </a:accent2>
      <a:accent3>
        <a:srgbClr val="FFBE00"/>
      </a:accent3>
      <a:accent4>
        <a:srgbClr val="FF0097"/>
      </a:accent4>
      <a:accent5>
        <a:srgbClr val="0071BC"/>
      </a:accent5>
      <a:accent6>
        <a:srgbClr val="FF8600"/>
      </a:accent6>
      <a:hlink>
        <a:srgbClr val="2424F0"/>
      </a:hlink>
      <a:folHlink>
        <a:srgbClr val="808080"/>
      </a:folHlink>
    </a:clrScheme>
    <a:fontScheme name="Метрополи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Метрополи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9FF7CA0D-8839-4012-B51C-B152F9BD65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TM03457491[[fn=Метрополия]]</Template>
  <TotalTime>47</TotalTime>
  <Words>119</Words>
  <Application>Microsoft Office PowerPoint</Application>
  <PresentationFormat>Широкоэкранный</PresentationFormat>
  <Paragraphs>22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 Light</vt:lpstr>
      <vt:lpstr>Метрополия</vt:lpstr>
      <vt:lpstr>Геометрический калькулятор</vt:lpstr>
      <vt:lpstr>Реализация</vt:lpstr>
      <vt:lpstr>Реализация</vt:lpstr>
      <vt:lpstr>Схема классов</vt:lpstr>
      <vt:lpstr>Производительность</vt:lpstr>
      <vt:lpstr>Архитектурные решения</vt:lpstr>
      <vt:lpstr>Используемые библиотеки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nnstessee iim</dc:creator>
  <cp:lastModifiedBy>nnstessee iim</cp:lastModifiedBy>
  <cp:revision>5</cp:revision>
  <dcterms:created xsi:type="dcterms:W3CDTF">2025-12-06T06:26:42Z</dcterms:created>
  <dcterms:modified xsi:type="dcterms:W3CDTF">2025-12-06T07:18:18Z</dcterms:modified>
</cp:coreProperties>
</file>